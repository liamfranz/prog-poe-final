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Lecturer Claim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Functional Overview</a:t>
            </a:r>
            <a:endParaRPr lang="en-US" dirty="0"/>
          </a:p>
          <a:p>
            <a:r>
              <a:rPr lang="en-ZA" dirty="0"/>
              <a:t>Liam Frans</a:t>
            </a:r>
          </a:p>
          <a:p>
            <a:r>
              <a:rPr lang="en-ZA" dirty="0"/>
              <a:t>PROG6212</a:t>
            </a:r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Desktop application built with WPF (C#)</a:t>
            </a:r>
          </a:p>
          <a:p>
            <a:r>
              <a:t>- Purpose: Manage lecturer claims for hours worked and expenses</a:t>
            </a:r>
          </a:p>
          <a:p>
            <a:r>
              <a:t>- Supports Lecturers, Manager, and HR roles</a:t>
            </a:r>
          </a:p>
          <a:p>
            <a:r>
              <a:t>- Claims are persisted locally in JSON files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Login &amp; Registration</a:t>
            </a:r>
          </a:p>
          <a:p>
            <a:r>
              <a:t>  • Secure login with password hashing (SHA256)</a:t>
            </a:r>
          </a:p>
          <a:p>
            <a:r>
              <a:t>  • New lecturer registration</a:t>
            </a:r>
          </a:p>
          <a:p>
            <a:r>
              <a:t>  • Validates unique Lecturer ID</a:t>
            </a:r>
          </a:p>
          <a:p>
            <a:r>
              <a:t>- My Claims Tab</a:t>
            </a:r>
          </a:p>
          <a:p>
            <a:r>
              <a:t>  • View all submitted claims</a:t>
            </a:r>
          </a:p>
          <a:p>
            <a:r>
              <a:t>  • Automatic rejection for claims &lt; R100</a:t>
            </a:r>
          </a:p>
          <a:p>
            <a:r>
              <a:t>  • Color-coded claim statuses:</a:t>
            </a:r>
          </a:p>
          <a:p>
            <a:r>
              <a:t>    • Green → Approved</a:t>
            </a:r>
          </a:p>
          <a:p>
            <a:r>
              <a:t>    • Red → Rejected</a:t>
            </a:r>
          </a:p>
          <a:p>
            <a:r>
              <a:t>    • White → Pending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Submit Claim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Submit new claim with:</a:t>
            </a:r>
          </a:p>
          <a:p>
            <a:r>
              <a:t>  • Full Name, ID, Email</a:t>
            </a:r>
          </a:p>
          <a:p>
            <a:r>
              <a:t>  • Hours Worked &amp; Hourly Rate</a:t>
            </a:r>
          </a:p>
          <a:p>
            <a:r>
              <a:t>  • Notes and optional supporting document</a:t>
            </a:r>
          </a:p>
          <a:p>
            <a:r>
              <a:t>- Document upload constraints:</a:t>
            </a:r>
          </a:p>
          <a:p>
            <a:r>
              <a:t>  • File types: PDF, DOC/DOCX, XLS/XLSX</a:t>
            </a:r>
          </a:p>
          <a:p>
            <a:r>
              <a:t>  • Maximum size: 5 MB</a:t>
            </a:r>
          </a:p>
          <a:p>
            <a:r>
              <a:t>- Total amount calculated automatically</a:t>
            </a:r>
          </a:p>
          <a:p>
            <a:r>
              <a:t>- Confirmation dialog before submission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View all lecturer claims in a DataGrid</a:t>
            </a:r>
          </a:p>
          <a:p>
            <a:r>
              <a:t>- Approve or reject claims individually</a:t>
            </a:r>
          </a:p>
          <a:p>
            <a:r>
              <a:t>- Open uploaded files directly from the grid</a:t>
            </a:r>
          </a:p>
          <a:p>
            <a:r>
              <a:t>- Status updates saved to disk immediately</a:t>
            </a:r>
          </a:p>
          <a:p>
            <a:r>
              <a:t>- Provides overview for all claims in the system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Generate Reports</a:t>
            </a:r>
          </a:p>
          <a:p>
            <a:r>
              <a:t>  • Lists all approved claims</a:t>
            </a:r>
          </a:p>
          <a:p>
            <a:r>
              <a:t>  • Displays date, lecturer, and total amount</a:t>
            </a:r>
          </a:p>
          <a:p>
            <a:r>
              <a:t>- Send Invoice / Claim Report</a:t>
            </a:r>
          </a:p>
          <a:p>
            <a:r>
              <a:t>  • Enter Lecturer ID to generate report</a:t>
            </a:r>
          </a:p>
          <a:p>
            <a:r>
              <a:t>  • Displays all claims with notes, totals, and status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persisted in JSON files</a:t>
            </a:r>
          </a:p>
          <a:p>
            <a:r>
              <a:t>- File storage in local AppData folder</a:t>
            </a:r>
          </a:p>
          <a:p>
            <a:r>
              <a:t>- Automatic claim rejection &lt; R100</a:t>
            </a:r>
          </a:p>
          <a:p>
            <a:r>
              <a:t>- Grid rows dynamically colored based on status</a:t>
            </a:r>
          </a:p>
          <a:p>
            <a:r>
              <a:t>- Secure password storage using SHA256 hash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Role-based access: Lecturer, Manager, HR</a:t>
            </a:r>
          </a:p>
          <a:p>
            <a:r>
              <a:t>- Claim submission with document upload</a:t>
            </a:r>
          </a:p>
          <a:p>
            <a:r>
              <a:t>- Automatic validations &amp; rejection for small claims</a:t>
            </a:r>
          </a:p>
          <a:p>
            <a:r>
              <a:t>- Manager approval workflow</a:t>
            </a:r>
          </a:p>
          <a:p>
            <a:r>
              <a:t>- HR reporting &amp; invoice generation</a:t>
            </a:r>
          </a:p>
          <a:p>
            <a:r>
              <a:t>- Persistent local storage for all data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Export reports to PDF or Excel</a:t>
            </a:r>
          </a:p>
          <a:p>
            <a:r>
              <a:t>- Email notification to lecturers on claim approval/rejection</a:t>
            </a:r>
          </a:p>
          <a:p>
            <a:r>
              <a:t>- Multi-user or database support for scalability</a:t>
            </a:r>
          </a:p>
          <a:p>
            <a:r>
              <a:t>- Analytics dashboard for HR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375</Words>
  <Application>Microsoft Office PowerPoint</Application>
  <PresentationFormat>On-screen Show (4:3)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Lecturer Claim System</vt:lpstr>
      <vt:lpstr>System Overview</vt:lpstr>
      <vt:lpstr>Lecturer Module</vt:lpstr>
      <vt:lpstr>Submit Claim</vt:lpstr>
      <vt:lpstr>Manager Review</vt:lpstr>
      <vt:lpstr>HR Dashboard</vt:lpstr>
      <vt:lpstr>Utilities</vt:lpstr>
      <vt:lpstr>Key Features Summary</vt:lpstr>
      <vt:lpstr>Optional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Xavier Liam Patrick Frans</dc:creator>
  <cp:keywords/>
  <dc:description>generated using python-pptx</dc:description>
  <cp:lastModifiedBy>Xavier Liam Patrick Frans</cp:lastModifiedBy>
  <cp:revision>2</cp:revision>
  <dcterms:created xsi:type="dcterms:W3CDTF">2013-01-27T09:14:16Z</dcterms:created>
  <dcterms:modified xsi:type="dcterms:W3CDTF">2025-11-21T15:10:17Z</dcterms:modified>
  <cp:category/>
</cp:coreProperties>
</file>